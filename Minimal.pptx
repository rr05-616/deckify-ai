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32918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6035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Investor Readiness 0/100 · 0 words distilled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Product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endParaRPr lang="en-US" sz="1500" dirty="0"/>
          </a:p>
          <a:p>
            <a:pPr marL="152400" indent="-152400">
              <a:buSzPct val="100000"/>
              <a:buChar char="▪"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MARKET SIZING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Market Sizing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TAM —  ·  SAM —  ·  SOM —</a:t>
            </a:r>
            <a:endParaRPr lang="en-US" sz="1500" dirty="0"/>
          </a:p>
          <a:p>
            <a:pPr marL="152400" indent="-152400">
              <a:buSzPct val="100000"/>
              <a:buChar char="▪"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09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GO-TO-MARKET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Go-To-Market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ROADMAP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Roadmap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FINANCIALS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Financials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endParaRPr lang="en-US" sz="1500" dirty="0"/>
          </a:p>
          <a:p>
            <a:pPr marL="152400" indent="-152400">
              <a:buSzPct val="100000"/>
              <a:buChar char="▪"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</a:rPr>
              <a:t>INVESTMENT ASK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Investment Ask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▪"/>
            </a:pPr>
            <a:endParaRPr lang="en-US" sz="1500" dirty="0"/>
          </a:p>
          <a:p>
            <a:pPr marL="152400" indent="-152400">
              <a:buSzPct val="100000"/>
              <a:buChar char="▪"/>
            </a:pPr>
            <a:r>
              <a:rPr lang="en-US" sz="1500" dirty="0">
                <a:solidFill>
                  <a:srgbClr val="E4E4E7"/>
                </a:solidFill>
              </a:rPr>
              <a:t>Key risks: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AI-GENERATED — REVIEW BEFORE PITCHING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21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PitchForge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24160" y="320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F3F46"/>
                </a:solidFill>
              </a:rPr>
              <a:t>14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2416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2525B"/>
                </a:solidFill>
              </a:rPr>
              <a:t>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build this together.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011680" y="27432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840480"/>
            <a:ext cx="9052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6B"/>
                </a:solidFill>
              </a:rPr>
              <a:t>Investor Readiness 0/100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61264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</a:rPr>
              <a:t>0/6 story sections found in your docs · 0 lines analyzed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</dc:title>
  <dc:subject>PptxGenJS Presentation</dc:subject>
  <dc:creator>PitchForge AI</dc:creator>
  <cp:lastModifiedBy>PitchForge AI</cp:lastModifiedBy>
  <cp:revision>1</cp:revision>
  <dcterms:created xsi:type="dcterms:W3CDTF">2026-08-07T13:02:46Z</dcterms:created>
  <dcterms:modified xsi:type="dcterms:W3CDTF">2026-08-07T13:02:46Z</dcterms:modified>
</cp:coreProperties>
</file>